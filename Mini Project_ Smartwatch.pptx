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  <p:sldMasterId id="214748370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Arimo" panose="020B0604020202020204" charset="0"/>
      <p:regular r:id="rId14"/>
      <p:bold r:id="rId15"/>
      <p:italic r:id="rId16"/>
      <p:boldItalic r:id="rId17"/>
    </p:embeddedFont>
    <p:embeddedFont>
      <p:font typeface="Arimo Medium" panose="020B0604020202020204" charset="0"/>
      <p:regular r:id="rId18"/>
      <p:bold r:id="rId19"/>
      <p:italic r:id="rId20"/>
      <p:boldItalic r:id="rId21"/>
    </p:embeddedFont>
    <p:embeddedFont>
      <p:font typeface="Arimo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hya Adhii" userId="d71f28f07f1c1b1f" providerId="LiveId" clId="{809308A4-EF7D-4256-AA77-D139DFF1D4C9}"/>
    <pc:docChg chg="modSld">
      <pc:chgData name="Adithya Adhii" userId="d71f28f07f1c1b1f" providerId="LiveId" clId="{809308A4-EF7D-4256-AA77-D139DFF1D4C9}" dt="2026-05-19T16:08:18.313" v="0" actId="1076"/>
      <pc:docMkLst>
        <pc:docMk/>
      </pc:docMkLst>
      <pc:sldChg chg="modSp mod">
        <pc:chgData name="Adithya Adhii" userId="d71f28f07f1c1b1f" providerId="LiveId" clId="{809308A4-EF7D-4256-AA77-D139DFF1D4C9}" dt="2026-05-19T16:08:18.313" v="0" actId="1076"/>
        <pc:sldMkLst>
          <pc:docMk/>
          <pc:sldMk cId="0" sldId="256"/>
        </pc:sldMkLst>
        <pc:spChg chg="mod">
          <ac:chgData name="Adithya Adhii" userId="d71f28f07f1c1b1f" providerId="LiveId" clId="{809308A4-EF7D-4256-AA77-D139DFF1D4C9}" dt="2026-05-19T16:08:18.313" v="0" actId="1076"/>
          <ac:spMkLst>
            <pc:docMk/>
            <pc:sldMk cId="0" sldId="256"/>
            <ac:spMk id="39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7c406acec_0_1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7c406acec_0_1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7c406acec_0_1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e7c406acec_0_1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7c406acec_0_18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e7c406acec_0_18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e7c406acec_0_1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e7c406acec_0_1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7c406acec_0_1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e7c406acec_0_19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7c406acec_0_1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e7c406acec_0_1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7c406acec_0_1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7c406acec_0_19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7c406acec_0_1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e7c406acec_0_1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e7c406acec_0_1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e7c406acec_0_19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7c406acec_0_1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7c406acec_0_19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BLANK_1_3">
    <p:bg>
      <p:bgPr>
        <a:solidFill>
          <a:schemeClr val="accent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60000"/>
          </a:blip>
          <a:srcRect b="4816"/>
          <a:stretch/>
        </p:blipFill>
        <p:spPr>
          <a:xfrm>
            <a:off x="277500" y="277500"/>
            <a:ext cx="8589000" cy="4599000"/>
          </a:xfrm>
          <a:prstGeom prst="roundRect">
            <a:avLst>
              <a:gd name="adj" fmla="val 13515"/>
            </a:avLst>
          </a:prstGeom>
          <a:noFill/>
          <a:ln>
            <a:noFill/>
          </a:ln>
        </p:spPr>
      </p:pic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cxnSp>
        <p:nvCxnSpPr>
          <p:cNvPr id="56" name="Google Shape;56;p1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Google Shape;57;p1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4"/>
          <p:cNvSpPr txBox="1">
            <a:spLocks noGrp="1"/>
          </p:cNvSpPr>
          <p:nvPr>
            <p:ph type="subTitle" idx="2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3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4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Alt 2">
  <p:cSld name="BLANK_1_1_1">
    <p:bg>
      <p:bgPr>
        <a:solidFill>
          <a:schemeClr val="accent5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64" name="Google Shape;64;p1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name="adj" fmla="val 6093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6" name="Google Shape;66;p1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cxnSp>
        <p:nvCxnSpPr>
          <p:cNvPr id="69" name="Google Shape;69;p1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">
  <p:cSld name="CUSTOM_23">
    <p:bg>
      <p:bgPr>
        <a:solidFill>
          <a:schemeClr val="accent5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>
            <a:spLocks noGrp="1"/>
          </p:cNvSpPr>
          <p:nvPr>
            <p:ph type="pic" idx="2"/>
          </p:nvPr>
        </p:nvSpPr>
        <p:spPr>
          <a:xfrm>
            <a:off x="277500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74" name="Google Shape;74;p16"/>
          <p:cNvSpPr>
            <a:spLocks noGrp="1"/>
          </p:cNvSpPr>
          <p:nvPr>
            <p:ph type="pic" idx="3"/>
          </p:nvPr>
        </p:nvSpPr>
        <p:spPr>
          <a:xfrm>
            <a:off x="17282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75" name="Google Shape;75;p16"/>
          <p:cNvSpPr>
            <a:spLocks noGrp="1"/>
          </p:cNvSpPr>
          <p:nvPr>
            <p:ph type="pic" idx="4"/>
          </p:nvPr>
        </p:nvSpPr>
        <p:spPr>
          <a:xfrm>
            <a:off x="31790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76" name="Google Shape;76;p16"/>
          <p:cNvSpPr>
            <a:spLocks noGrp="1"/>
          </p:cNvSpPr>
          <p:nvPr>
            <p:ph type="pic" idx="5"/>
          </p:nvPr>
        </p:nvSpPr>
        <p:spPr>
          <a:xfrm>
            <a:off x="46298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77" name="Google Shape;77;p16"/>
          <p:cNvSpPr>
            <a:spLocks noGrp="1"/>
          </p:cNvSpPr>
          <p:nvPr>
            <p:ph type="pic" idx="6"/>
          </p:nvPr>
        </p:nvSpPr>
        <p:spPr>
          <a:xfrm>
            <a:off x="60806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78" name="Google Shape;78;p16"/>
          <p:cNvSpPr>
            <a:spLocks noGrp="1"/>
          </p:cNvSpPr>
          <p:nvPr>
            <p:ph type="pic" idx="7"/>
          </p:nvPr>
        </p:nvSpPr>
        <p:spPr>
          <a:xfrm>
            <a:off x="75314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8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9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3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4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5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16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17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18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19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20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ubTitle" idx="21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22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23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ards">
  <p:cSld name="CUSTOM_24">
    <p:bg>
      <p:bgPr>
        <a:solidFill>
          <a:schemeClr val="accent5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subTitle" idx="1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2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3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4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5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6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7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8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9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3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14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1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1">
  <p:cSld name="CUSTOM_25">
    <p:bg>
      <p:bgPr>
        <a:solidFill>
          <a:schemeClr val="accent5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3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+ 4 steps - Alt 1">
  <p:cSld name="CUSTOM_25_1_1">
    <p:bg>
      <p:bgPr>
        <a:solidFill>
          <a:schemeClr val="accent5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>
            <a:spLocks noGrp="1"/>
          </p:cNvSpPr>
          <p:nvPr>
            <p:ph type="pic" idx="3"/>
          </p:nvPr>
        </p:nvSpPr>
        <p:spPr>
          <a:xfrm>
            <a:off x="3766700" y="873150"/>
            <a:ext cx="1621800" cy="3549600"/>
          </a:xfrm>
          <a:prstGeom prst="roundRect">
            <a:avLst>
              <a:gd name="adj" fmla="val 10482"/>
            </a:avLst>
          </a:prstGeom>
          <a:noFill/>
          <a:ln>
            <a:noFill/>
          </a:ln>
        </p:spPr>
      </p:sp>
      <p:sp>
        <p:nvSpPr>
          <p:cNvPr id="123" name="Google Shape;123;p19"/>
          <p:cNvSpPr>
            <a:spLocks noGrp="1"/>
          </p:cNvSpPr>
          <p:nvPr>
            <p:ph type="pic" idx="4"/>
          </p:nvPr>
        </p:nvSpPr>
        <p:spPr>
          <a:xfrm>
            <a:off x="289100" y="1324475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124" name="Google Shape;124;p19"/>
          <p:cNvSpPr>
            <a:spLocks noGrp="1"/>
          </p:cNvSpPr>
          <p:nvPr>
            <p:ph type="pic" idx="5"/>
          </p:nvPr>
        </p:nvSpPr>
        <p:spPr>
          <a:xfrm>
            <a:off x="1969400" y="1142650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125" name="Google Shape;125;p19"/>
          <p:cNvSpPr>
            <a:spLocks noGrp="1"/>
          </p:cNvSpPr>
          <p:nvPr>
            <p:ph type="pic" idx="6"/>
          </p:nvPr>
        </p:nvSpPr>
        <p:spPr>
          <a:xfrm>
            <a:off x="5623125" y="1142650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126" name="Google Shape;126;p19"/>
          <p:cNvSpPr>
            <a:spLocks noGrp="1"/>
          </p:cNvSpPr>
          <p:nvPr>
            <p:ph type="pic" idx="7"/>
          </p:nvPr>
        </p:nvSpPr>
        <p:spPr>
          <a:xfrm>
            <a:off x="7304050" y="1324475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127" name="Google Shape;127;p19"/>
          <p:cNvSpPr txBox="1">
            <a:spLocks noGrp="1"/>
          </p:cNvSpPr>
          <p:nvPr>
            <p:ph type="subTitle" idx="8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9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13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14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15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16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17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18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CUSTOM_21_1_1">
    <p:bg>
      <p:bgPr>
        <a:solidFill>
          <a:schemeClr val="accent5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main point">
  <p:cSld name="BLANK_1_1_1_1_1_1">
    <p:bg>
      <p:bgPr>
        <a:solidFill>
          <a:schemeClr val="accent5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2">
            <a:alphaModFix amt="10000"/>
          </a:blip>
          <a:srcRect l="1068" t="592" r="20" b="720"/>
          <a:stretch/>
        </p:blipFill>
        <p:spPr>
          <a:xfrm>
            <a:off x="277425" y="277650"/>
            <a:ext cx="8588100" cy="4582500"/>
          </a:xfrm>
          <a:prstGeom prst="roundRect">
            <a:avLst>
              <a:gd name="adj" fmla="val 13460"/>
            </a:avLst>
          </a:prstGeom>
          <a:noFill/>
          <a:ln>
            <a:noFill/>
          </a:ln>
        </p:spPr>
      </p:pic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bg>
      <p:bgPr>
        <a:solidFill>
          <a:schemeClr val="accent5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>
            <a:spLocks noGrp="1"/>
          </p:cNvSpPr>
          <p:nvPr>
            <p:ph type="subTitle" idx="1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2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3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4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1">
  <p:cSld name="CUSTOM_11">
    <p:bg>
      <p:bgPr>
        <a:solidFill>
          <a:schemeClr val="accent5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>
            <a:spLocks noGrp="1"/>
          </p:cNvSpPr>
          <p:nvPr>
            <p:ph type="pic" idx="2"/>
          </p:nvPr>
        </p:nvSpPr>
        <p:spPr>
          <a:xfrm>
            <a:off x="7480825" y="734600"/>
            <a:ext cx="1383900" cy="1660200"/>
          </a:xfrm>
          <a:prstGeom prst="roundRect">
            <a:avLst>
              <a:gd name="adj" fmla="val 11646"/>
            </a:avLst>
          </a:prstGeom>
          <a:noFill/>
          <a:ln>
            <a:noFill/>
          </a:ln>
        </p:spPr>
      </p:sp>
      <p:sp>
        <p:nvSpPr>
          <p:cNvPr id="154" name="Google Shape;154;p23"/>
          <p:cNvSpPr>
            <a:spLocks noGrp="1"/>
          </p:cNvSpPr>
          <p:nvPr>
            <p:ph type="pic" idx="3"/>
          </p:nvPr>
        </p:nvSpPr>
        <p:spPr>
          <a:xfrm>
            <a:off x="7480825" y="2521175"/>
            <a:ext cx="1383900" cy="1879200"/>
          </a:xfrm>
          <a:prstGeom prst="roundRect">
            <a:avLst>
              <a:gd name="adj" fmla="val 11646"/>
            </a:avLst>
          </a:prstGeom>
          <a:noFill/>
          <a:ln>
            <a:noFill/>
          </a:ln>
        </p:spPr>
      </p:sp>
      <p:sp>
        <p:nvSpPr>
          <p:cNvPr id="155" name="Google Shape;155;p23"/>
          <p:cNvSpPr>
            <a:spLocks noGrp="1"/>
          </p:cNvSpPr>
          <p:nvPr>
            <p:ph type="pic" idx="4"/>
          </p:nvPr>
        </p:nvSpPr>
        <p:spPr>
          <a:xfrm>
            <a:off x="4665550" y="850900"/>
            <a:ext cx="2589300" cy="3433200"/>
          </a:xfrm>
          <a:prstGeom prst="roundRect">
            <a:avLst>
              <a:gd name="adj" fmla="val 6330"/>
            </a:avLst>
          </a:prstGeom>
          <a:noFill/>
          <a:ln>
            <a:noFill/>
          </a:ln>
        </p:spPr>
      </p:sp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title" idx="5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6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CUSTOM_11_1">
    <p:bg>
      <p:bgPr>
        <a:solidFill>
          <a:schemeClr val="accent5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name="adj" fmla="val 867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" name="Google Shape;163;p24"/>
          <p:cNvSpPr>
            <a:spLocks noGrp="1"/>
          </p:cNvSpPr>
          <p:nvPr>
            <p:ph type="pic" idx="2"/>
          </p:nvPr>
        </p:nvSpPr>
        <p:spPr>
          <a:xfrm>
            <a:off x="6220309" y="696000"/>
            <a:ext cx="2532900" cy="3358800"/>
          </a:xfrm>
          <a:prstGeom prst="roundRect">
            <a:avLst>
              <a:gd name="adj" fmla="val 7223"/>
            </a:avLst>
          </a:prstGeom>
          <a:noFill/>
          <a:ln>
            <a:noFill/>
          </a:ln>
        </p:spPr>
      </p:sp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title" idx="3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4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">
  <p:cSld name="CUSTOM_11_1_1">
    <p:bg>
      <p:bgPr>
        <a:solidFill>
          <a:schemeClr val="accent5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title" idx="2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subTitle" idx="3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 - Alt 1">
  <p:cSld name="CUSTOM_12">
    <p:bg>
      <p:bgPr>
        <a:solidFill>
          <a:schemeClr val="accent5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3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body" idx="4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5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subTitle" idx="6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CUSTOM_13">
    <p:bg>
      <p:bgPr>
        <a:solidFill>
          <a:schemeClr val="accent5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>
            <a:spLocks noGrp="1"/>
          </p:cNvSpPr>
          <p:nvPr>
            <p:ph type="pic" idx="2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27"/>
          <p:cNvSpPr>
            <a:spLocks noGrp="1"/>
          </p:cNvSpPr>
          <p:nvPr>
            <p:ph type="pic" idx="3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27"/>
          <p:cNvSpPr>
            <a:spLocks noGrp="1"/>
          </p:cNvSpPr>
          <p:nvPr>
            <p:ph type="pic" idx="4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27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0" name="Google Shape;190;p27"/>
          <p:cNvSpPr txBox="1">
            <a:spLocks noGrp="1"/>
          </p:cNvSpPr>
          <p:nvPr>
            <p:ph type="subTitle" idx="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body" idx="6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body" idx="7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body" idx="8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subTitle" idx="9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subTitle" idx="13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subTitle" idx="14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CUSTOM_13_1">
    <p:bg>
      <p:bgPr>
        <a:solidFill>
          <a:schemeClr val="accent5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>
            <a:spLocks noGrp="1"/>
          </p:cNvSpPr>
          <p:nvPr>
            <p:ph type="pic" idx="2"/>
          </p:nvPr>
        </p:nvSpPr>
        <p:spPr>
          <a:xfrm>
            <a:off x="4644850" y="1299225"/>
            <a:ext cx="1037700" cy="1056300"/>
          </a:xfrm>
          <a:prstGeom prst="roundRect">
            <a:avLst>
              <a:gd name="adj" fmla="val 12807"/>
            </a:avLst>
          </a:prstGeom>
          <a:noFill/>
          <a:ln>
            <a:noFill/>
          </a:ln>
        </p:spPr>
      </p:sp>
      <p:sp>
        <p:nvSpPr>
          <p:cNvPr id="200" name="Google Shape;200;p28"/>
          <p:cNvSpPr>
            <a:spLocks noGrp="1"/>
          </p:cNvSpPr>
          <p:nvPr>
            <p:ph type="pic" idx="3"/>
          </p:nvPr>
        </p:nvSpPr>
        <p:spPr>
          <a:xfrm>
            <a:off x="4644850" y="3642825"/>
            <a:ext cx="1037700" cy="1056300"/>
          </a:xfrm>
          <a:prstGeom prst="roundRect">
            <a:avLst>
              <a:gd name="adj" fmla="val 12807"/>
            </a:avLst>
          </a:prstGeom>
          <a:noFill/>
          <a:ln>
            <a:noFill/>
          </a:ln>
        </p:spPr>
      </p:sp>
      <p:sp>
        <p:nvSpPr>
          <p:cNvPr id="201" name="Google Shape;201;p28"/>
          <p:cNvSpPr>
            <a:spLocks noGrp="1"/>
          </p:cNvSpPr>
          <p:nvPr>
            <p:ph type="pic" idx="4"/>
          </p:nvPr>
        </p:nvSpPr>
        <p:spPr>
          <a:xfrm>
            <a:off x="7828875" y="2471025"/>
            <a:ext cx="1037700" cy="1056300"/>
          </a:xfrm>
          <a:prstGeom prst="roundRect">
            <a:avLst>
              <a:gd name="adj" fmla="val 12807"/>
            </a:avLst>
          </a:prstGeom>
          <a:noFill/>
          <a:ln>
            <a:noFill/>
          </a:ln>
        </p:spPr>
      </p:sp>
      <p:sp>
        <p:nvSpPr>
          <p:cNvPr id="202" name="Google Shape;202;p28"/>
          <p:cNvSpPr>
            <a:spLocks noGrp="1"/>
          </p:cNvSpPr>
          <p:nvPr>
            <p:ph type="pic" idx="5"/>
          </p:nvPr>
        </p:nvSpPr>
        <p:spPr>
          <a:xfrm>
            <a:off x="373175" y="1147525"/>
            <a:ext cx="3579900" cy="3607500"/>
          </a:xfrm>
          <a:prstGeom prst="roundRect">
            <a:avLst>
              <a:gd name="adj" fmla="val 11548"/>
            </a:avLst>
          </a:prstGeom>
          <a:noFill/>
          <a:ln>
            <a:noFill/>
          </a:ln>
        </p:spPr>
      </p:sp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subTitle" idx="6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7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title" idx="8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spcFirstLastPara="1" wrap="square" lIns="0" tIns="0" rIns="182875" bIns="1828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09" name="Google Shape;209;p28"/>
          <p:cNvSpPr txBox="1">
            <a:spLocks noGrp="1"/>
          </p:cNvSpPr>
          <p:nvPr>
            <p:ph type="title" idx="9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10" name="Google Shape;210;p28"/>
          <p:cNvSpPr txBox="1">
            <a:spLocks noGrp="1"/>
          </p:cNvSpPr>
          <p:nvPr>
            <p:ph type="title" idx="13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spcFirstLastPara="1" wrap="square" lIns="0" tIns="0" rIns="182875" bIns="1828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title" idx="14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title" idx="15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spcFirstLastPara="1" wrap="square" lIns="0" tIns="0" rIns="182875" bIns="1828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1">
  <p:cSld name="CUSTOM_14">
    <p:bg>
      <p:bgPr>
        <a:solidFill>
          <a:schemeClr val="accent5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3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4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5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6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7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subTitle" idx="8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subTitle" idx="9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subTitle" idx="13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and image">
  <p:cSld name="CUSTOM_15">
    <p:bg>
      <p:bgPr>
        <a:solidFill>
          <a:schemeClr val="accent5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>
            <a:spLocks noGrp="1"/>
          </p:cNvSpPr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28" name="Google Shape;228;p30"/>
          <p:cNvSpPr>
            <a:spLocks noGrp="1"/>
          </p:cNvSpPr>
          <p:nvPr>
            <p:ph type="pic" idx="2"/>
          </p:nvPr>
        </p:nvSpPr>
        <p:spPr>
          <a:xfrm>
            <a:off x="392100" y="411300"/>
            <a:ext cx="4297500" cy="4333200"/>
          </a:xfrm>
          <a:prstGeom prst="roundRect">
            <a:avLst>
              <a:gd name="adj" fmla="val 12298"/>
            </a:avLst>
          </a:prstGeom>
          <a:noFill/>
          <a:ln>
            <a:noFill/>
          </a:ln>
        </p:spPr>
      </p:sp>
      <p:sp>
        <p:nvSpPr>
          <p:cNvPr id="229" name="Google Shape;229;p30"/>
          <p:cNvSpPr txBox="1">
            <a:spLocks noGrp="1"/>
          </p:cNvSpPr>
          <p:nvPr>
            <p:ph type="subTitle" idx="1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storyboards ">
  <p:cSld name="CUSTOM_17_1">
    <p:bg>
      <p:bgPr>
        <a:solidFill>
          <a:schemeClr val="accent5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subTitle" idx="1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3" name="Google Shape;233;p31"/>
          <p:cNvSpPr>
            <a:spLocks noGrp="1"/>
          </p:cNvSpPr>
          <p:nvPr>
            <p:ph type="pic" idx="2"/>
          </p:nvPr>
        </p:nvSpPr>
        <p:spPr>
          <a:xfrm>
            <a:off x="28910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234" name="Google Shape;234;p31"/>
          <p:cNvSpPr>
            <a:spLocks noGrp="1"/>
          </p:cNvSpPr>
          <p:nvPr>
            <p:ph type="pic" idx="3"/>
          </p:nvPr>
        </p:nvSpPr>
        <p:spPr>
          <a:xfrm>
            <a:off x="215220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235" name="Google Shape;235;p31"/>
          <p:cNvSpPr>
            <a:spLocks noGrp="1"/>
          </p:cNvSpPr>
          <p:nvPr>
            <p:ph type="pic" idx="4"/>
          </p:nvPr>
        </p:nvSpPr>
        <p:spPr>
          <a:xfrm>
            <a:off x="401530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236" name="Google Shape;236;p31"/>
          <p:cNvSpPr>
            <a:spLocks noGrp="1"/>
          </p:cNvSpPr>
          <p:nvPr>
            <p:ph type="pic" idx="5"/>
          </p:nvPr>
        </p:nvSpPr>
        <p:spPr>
          <a:xfrm>
            <a:off x="586625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237" name="Google Shape;237;p31"/>
          <p:cNvSpPr txBox="1">
            <a:spLocks noGrp="1"/>
          </p:cNvSpPr>
          <p:nvPr>
            <p:ph type="body" idx="6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ubTitle" idx="7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8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ubTitle" idx="9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body" idx="13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14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body" idx="15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16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17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1">
  <p:cSld name="BLANK_1_1_1_1_1_1_1_1_1_1_1_1_1_1_1_1">
    <p:bg>
      <p:bgPr>
        <a:solidFill>
          <a:schemeClr val="accent5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>
            <a:spLocks noGrp="1"/>
          </p:cNvSpPr>
          <p:nvPr>
            <p:ph type="pic" idx="2"/>
          </p:nvPr>
        </p:nvSpPr>
        <p:spPr>
          <a:xfrm>
            <a:off x="392100" y="411300"/>
            <a:ext cx="4915800" cy="4333200"/>
          </a:xfrm>
          <a:prstGeom prst="roundRect">
            <a:avLst>
              <a:gd name="adj" fmla="val 11160"/>
            </a:avLst>
          </a:prstGeom>
          <a:noFill/>
          <a:ln>
            <a:noFill/>
          </a:ln>
        </p:spPr>
      </p:sp>
      <p:sp>
        <p:nvSpPr>
          <p:cNvPr id="250" name="Google Shape;250;p32"/>
          <p:cNvSpPr txBox="1">
            <a:spLocks noGrp="1"/>
          </p:cNvSpPr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51" name="Google Shape;251;p32"/>
          <p:cNvSpPr txBox="1">
            <a:spLocks noGrp="1"/>
          </p:cNvSpPr>
          <p:nvPr>
            <p:ph type="title" idx="3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subTitle" idx="1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5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or characteristics">
  <p:cSld name="CUSTOM_19_2">
    <p:bg>
      <p:bgPr>
        <a:solidFill>
          <a:schemeClr val="accent5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name="adj" fmla="val 1195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name="adj" fmla="val 156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name="adj" fmla="val 2070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8" name="Google Shape;258;p3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name="adj1" fmla="val 49749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" name="Google Shape;260;p33"/>
          <p:cNvSpPr>
            <a:spLocks noGrp="1"/>
          </p:cNvSpPr>
          <p:nvPr>
            <p:ph type="pic" idx="2"/>
          </p:nvPr>
        </p:nvSpPr>
        <p:spPr>
          <a:xfrm>
            <a:off x="3910200" y="3408075"/>
            <a:ext cx="3486300" cy="1447800"/>
          </a:xfrm>
          <a:prstGeom prst="roundRect">
            <a:avLst>
              <a:gd name="adj" fmla="val 16397"/>
            </a:avLst>
          </a:prstGeom>
          <a:noFill/>
          <a:ln>
            <a:noFill/>
          </a:ln>
        </p:spPr>
      </p:sp>
      <p:sp>
        <p:nvSpPr>
          <p:cNvPr id="261" name="Google Shape;261;p33"/>
          <p:cNvSpPr>
            <a:spLocks noGrp="1"/>
          </p:cNvSpPr>
          <p:nvPr>
            <p:ph type="pic" idx="3"/>
          </p:nvPr>
        </p:nvSpPr>
        <p:spPr>
          <a:xfrm>
            <a:off x="277500" y="277500"/>
            <a:ext cx="2765700" cy="3013800"/>
          </a:xfrm>
          <a:prstGeom prst="roundRect">
            <a:avLst>
              <a:gd name="adj" fmla="val 8721"/>
            </a:avLst>
          </a:prstGeom>
          <a:noFill/>
          <a:ln>
            <a:noFill/>
          </a:ln>
        </p:spPr>
      </p:sp>
      <p:sp>
        <p:nvSpPr>
          <p:cNvPr id="262" name="Google Shape;262;p33"/>
          <p:cNvSpPr>
            <a:spLocks noGrp="1"/>
          </p:cNvSpPr>
          <p:nvPr>
            <p:ph type="pic" idx="4"/>
          </p:nvPr>
        </p:nvSpPr>
        <p:spPr>
          <a:xfrm>
            <a:off x="3161225" y="277500"/>
            <a:ext cx="1350600" cy="1447800"/>
          </a:xfrm>
          <a:prstGeom prst="roundRect">
            <a:avLst>
              <a:gd name="adj" fmla="val 15267"/>
            </a:avLst>
          </a:prstGeom>
          <a:noFill/>
          <a:ln>
            <a:noFill/>
          </a:ln>
        </p:spPr>
      </p:sp>
      <p:sp>
        <p:nvSpPr>
          <p:cNvPr id="263" name="Google Shape;263;p33"/>
          <p:cNvSpPr>
            <a:spLocks noGrp="1"/>
          </p:cNvSpPr>
          <p:nvPr>
            <p:ph type="pic" idx="5"/>
          </p:nvPr>
        </p:nvSpPr>
        <p:spPr>
          <a:xfrm>
            <a:off x="6883575" y="399550"/>
            <a:ext cx="1866000" cy="2775000"/>
          </a:xfrm>
          <a:prstGeom prst="roundRect">
            <a:avLst>
              <a:gd name="adj" fmla="val 9097"/>
            </a:avLst>
          </a:prstGeom>
          <a:noFill/>
          <a:ln>
            <a:noFill/>
          </a:ln>
        </p:spPr>
      </p:sp>
      <p:sp>
        <p:nvSpPr>
          <p:cNvPr id="264" name="Google Shape;264;p33"/>
          <p:cNvSpPr>
            <a:spLocks noGrp="1"/>
          </p:cNvSpPr>
          <p:nvPr>
            <p:ph type="pic" idx="6"/>
          </p:nvPr>
        </p:nvSpPr>
        <p:spPr>
          <a:xfrm>
            <a:off x="7516025" y="3407700"/>
            <a:ext cx="1350600" cy="1447800"/>
          </a:xfrm>
          <a:prstGeom prst="roundRect">
            <a:avLst>
              <a:gd name="adj" fmla="val 16397"/>
            </a:avLst>
          </a:prstGeom>
          <a:noFill/>
          <a:ln>
            <a:noFill/>
          </a:ln>
        </p:spPr>
      </p:sp>
      <p:sp>
        <p:nvSpPr>
          <p:cNvPr id="265" name="Google Shape;265;p33"/>
          <p:cNvSpPr>
            <a:spLocks noGrp="1"/>
          </p:cNvSpPr>
          <p:nvPr>
            <p:ph type="pic" idx="7"/>
          </p:nvPr>
        </p:nvSpPr>
        <p:spPr>
          <a:xfrm>
            <a:off x="394425" y="3528475"/>
            <a:ext cx="3279600" cy="1218900"/>
          </a:xfrm>
          <a:prstGeom prst="roundRect">
            <a:avLst>
              <a:gd name="adj" fmla="val 11412"/>
            </a:avLst>
          </a:prstGeom>
          <a:noFill/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68" name="Google Shape;268;p33"/>
          <p:cNvCxnSpPr>
            <a:stCxn id="266" idx="1"/>
            <a:endCxn id="266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9" name="Google Shape;269;p33"/>
          <p:cNvSpPr txBox="1">
            <a:spLocks noGrp="1"/>
          </p:cNvSpPr>
          <p:nvPr>
            <p:ph type="subTitle" idx="1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8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9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subTitle" idx="13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subTitle" idx="14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ubTitle" idx="15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subTitle" idx="16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subTitle" idx="17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subTitle" idx="18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subTitle" idx="19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subTitle" idx="20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>
            <a:spLocks noGrp="1"/>
          </p:cNvSpPr>
          <p:nvPr>
            <p:ph type="subTitle" idx="21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mages with description">
  <p:cSld name="CUSTOM_19_1_1_1">
    <p:bg>
      <p:bgPr>
        <a:solidFill>
          <a:schemeClr val="accent5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>
            <a:spLocks noGrp="1"/>
          </p:cNvSpPr>
          <p:nvPr>
            <p:ph type="pic" idx="2"/>
          </p:nvPr>
        </p:nvSpPr>
        <p:spPr>
          <a:xfrm>
            <a:off x="2021325" y="1854425"/>
            <a:ext cx="1679100" cy="3013800"/>
          </a:xfrm>
          <a:prstGeom prst="roundRect">
            <a:avLst>
              <a:gd name="adj" fmla="val 13643"/>
            </a:avLst>
          </a:prstGeom>
          <a:noFill/>
          <a:ln>
            <a:noFill/>
          </a:ln>
        </p:spPr>
      </p:sp>
      <p:sp>
        <p:nvSpPr>
          <p:cNvPr id="284" name="Google Shape;284;p34"/>
          <p:cNvSpPr>
            <a:spLocks noGrp="1"/>
          </p:cNvSpPr>
          <p:nvPr>
            <p:ph type="pic" idx="3"/>
          </p:nvPr>
        </p:nvSpPr>
        <p:spPr>
          <a:xfrm>
            <a:off x="5444400" y="1854425"/>
            <a:ext cx="1679100" cy="3013800"/>
          </a:xfrm>
          <a:prstGeom prst="roundRect">
            <a:avLst>
              <a:gd name="adj" fmla="val 13643"/>
            </a:avLst>
          </a:prstGeom>
          <a:noFill/>
          <a:ln>
            <a:noFill/>
          </a:ln>
        </p:spPr>
      </p:sp>
      <p:sp>
        <p:nvSpPr>
          <p:cNvPr id="285" name="Google Shape;285;p34"/>
          <p:cNvSpPr txBox="1">
            <a:spLocks noGrp="1"/>
          </p:cNvSpPr>
          <p:nvPr>
            <p:ph type="subTitle" idx="1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4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subTitle" idx="5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6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subTitle" idx="7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subTitle" idx="8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92" name="Google Shape;292;p34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0" name="Google Shape;30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9" name="Google Shape;309;p4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14" name="Google Shape;314;p4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5" name="Google Shape;315;p4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4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46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5" name="Google Shape;325;p46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6" name="Google Shape;326;p46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7" name="Google Shape;327;p46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8" name="Google Shape;328;p46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9" name="Google Shape;329;p46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3" name="Google Shape;333;p47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36" name="Google Shape;336;p48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48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8" name="Google Shape;338;p48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39" name="Google Shape;339;p48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2" name="Google Shape;342;p49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3" name="Google Shape;343;p4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44" name="Google Shape;344;p49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5" name="Google Shape;345;p49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6" name="Google Shape;346;p49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7" name="Google Shape;347;p49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50" name="Google Shape;350;p50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51" name="Google Shape;351;p50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52" name="Google Shape;352;p50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53" name="Google Shape;353;p50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54" name="Google Shape;354;p50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5" name="Google Shape;355;p50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6" name="Google Shape;356;p50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7" name="Google Shape;357;p50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0" name="Google Shape;360;p51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3" name="Google Shape;363;p52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2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6" name="Google Shape;36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7" name="Google Shape;367;p52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68" name="Google Shape;368;p52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1" name="Google Shape;371;p53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3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53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3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53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8" name="Google Shape;378;p53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9" name="Google Shape;379;p53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5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5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5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5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5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55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>
            <a:spLocks noGrp="1"/>
          </p:cNvSpPr>
          <p:nvPr>
            <p:ph type="subTitle" idx="1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Made by: Alister Rodrigues &amp; P.S. Adithya</a:t>
            </a:r>
            <a:endParaRPr/>
          </a:p>
        </p:txBody>
      </p:sp>
      <p:sp>
        <p:nvSpPr>
          <p:cNvPr id="398" name="Google Shape;398;p56"/>
          <p:cNvSpPr txBox="1">
            <a:spLocks noGrp="1"/>
          </p:cNvSpPr>
          <p:nvPr>
            <p:ph type="title"/>
          </p:nvPr>
        </p:nvSpPr>
        <p:spPr>
          <a:xfrm>
            <a:off x="738375" y="2331265"/>
            <a:ext cx="4838100" cy="145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Mini Project: Smartwatch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7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404" name="Google Shape;404;p57"/>
          <p:cNvSpPr txBox="1">
            <a:spLocks noGrp="1"/>
          </p:cNvSpPr>
          <p:nvPr>
            <p:ph type="title"/>
          </p:nvPr>
        </p:nvSpPr>
        <p:spPr>
          <a:xfrm>
            <a:off x="625375" y="2731850"/>
            <a:ext cx="7759200" cy="174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Aim: To use the lessons and skills learnt in class to assemble a smartwatch, and gain some experience in building small and cool things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8"/>
          <p:cNvSpPr txBox="1">
            <a:spLocks noGrp="1"/>
          </p:cNvSpPr>
          <p:nvPr>
            <p:ph type="subTitle" idx="3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ESP32-S3 Supermini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Heart rate sensor (MAX30102)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Accelerometer/Gyrometer (MPU6500)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Display (ST7735/7789)</a:t>
            </a:r>
            <a:endParaRPr/>
          </a:p>
        </p:txBody>
      </p:sp>
      <p:sp>
        <p:nvSpPr>
          <p:cNvPr id="410" name="Google Shape;410;p58"/>
          <p:cNvSpPr txBox="1">
            <a:spLocks noGrp="1"/>
          </p:cNvSpPr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 Used</a:t>
            </a:r>
            <a:endParaRPr/>
          </a:p>
        </p:txBody>
      </p:sp>
      <p:sp>
        <p:nvSpPr>
          <p:cNvPr id="411" name="Google Shape;411;p58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59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280800" y="1743975"/>
            <a:ext cx="1623600" cy="30399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pic>
        <p:nvPicPr>
          <p:cNvPr id="417" name="Google Shape;417;p59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2018600" y="1743975"/>
            <a:ext cx="1623600" cy="30399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pic>
        <p:nvPicPr>
          <p:cNvPr id="418" name="Google Shape;418;p59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3756400" y="1743975"/>
            <a:ext cx="1623600" cy="30399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pic>
        <p:nvPicPr>
          <p:cNvPr id="419" name="Google Shape;419;p59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5494200" y="1743975"/>
            <a:ext cx="1623600" cy="30399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pic>
        <p:nvPicPr>
          <p:cNvPr id="420" name="Google Shape;420;p59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7232000" y="1743975"/>
            <a:ext cx="1623600" cy="30399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sp>
        <p:nvSpPr>
          <p:cNvPr id="421" name="Google Shape;421;p59"/>
          <p:cNvSpPr/>
          <p:nvPr/>
        </p:nvSpPr>
        <p:spPr>
          <a:xfrm>
            <a:off x="446761" y="1919375"/>
            <a:ext cx="514500" cy="514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2" name="Google Shape;422;p59"/>
          <p:cNvSpPr/>
          <p:nvPr/>
        </p:nvSpPr>
        <p:spPr>
          <a:xfrm>
            <a:off x="491620" y="1964234"/>
            <a:ext cx="424800" cy="42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423" name="Google Shape;423;p59"/>
          <p:cNvGrpSpPr/>
          <p:nvPr/>
        </p:nvGrpSpPr>
        <p:grpSpPr>
          <a:xfrm>
            <a:off x="2196150" y="1919375"/>
            <a:ext cx="514500" cy="514500"/>
            <a:chOff x="2196150" y="1919375"/>
            <a:chExt cx="514500" cy="514500"/>
          </a:xfrm>
        </p:grpSpPr>
        <p:sp>
          <p:nvSpPr>
            <p:cNvPr id="424" name="Google Shape;424;p59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425" name="Google Shape;425;p59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426" name="Google Shape;426;p59"/>
          <p:cNvGrpSpPr/>
          <p:nvPr/>
        </p:nvGrpSpPr>
        <p:grpSpPr>
          <a:xfrm>
            <a:off x="3936800" y="1919375"/>
            <a:ext cx="514500" cy="514500"/>
            <a:chOff x="3936800" y="1919375"/>
            <a:chExt cx="514500" cy="514500"/>
          </a:xfrm>
        </p:grpSpPr>
        <p:sp>
          <p:nvSpPr>
            <p:cNvPr id="427" name="Google Shape;427;p59"/>
            <p:cNvSpPr/>
            <p:nvPr/>
          </p:nvSpPr>
          <p:spPr>
            <a:xfrm>
              <a:off x="3936800" y="1919375"/>
              <a:ext cx="514500" cy="5145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428" name="Google Shape;428;p59"/>
            <p:cNvSpPr/>
            <p:nvPr/>
          </p:nvSpPr>
          <p:spPr>
            <a:xfrm>
              <a:off x="39816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429" name="Google Shape;429;p59"/>
          <p:cNvGrpSpPr/>
          <p:nvPr/>
        </p:nvGrpSpPr>
        <p:grpSpPr>
          <a:xfrm>
            <a:off x="5677450" y="1919375"/>
            <a:ext cx="514500" cy="514500"/>
            <a:chOff x="5677450" y="1919375"/>
            <a:chExt cx="514500" cy="514500"/>
          </a:xfrm>
        </p:grpSpPr>
        <p:sp>
          <p:nvSpPr>
            <p:cNvPr id="430" name="Google Shape;430;p59"/>
            <p:cNvSpPr/>
            <p:nvPr/>
          </p:nvSpPr>
          <p:spPr>
            <a:xfrm>
              <a:off x="5677450" y="1919375"/>
              <a:ext cx="514500" cy="5145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431" name="Google Shape;431;p59"/>
            <p:cNvSpPr/>
            <p:nvPr/>
          </p:nvSpPr>
          <p:spPr>
            <a:xfrm>
              <a:off x="57223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432" name="Google Shape;432;p59"/>
          <p:cNvGrpSpPr/>
          <p:nvPr/>
        </p:nvGrpSpPr>
        <p:grpSpPr>
          <a:xfrm>
            <a:off x="7418100" y="1919375"/>
            <a:ext cx="514500" cy="514500"/>
            <a:chOff x="7418100" y="1919375"/>
            <a:chExt cx="514500" cy="514500"/>
          </a:xfrm>
        </p:grpSpPr>
        <p:sp>
          <p:nvSpPr>
            <p:cNvPr id="433" name="Google Shape;433;p59"/>
            <p:cNvSpPr/>
            <p:nvPr/>
          </p:nvSpPr>
          <p:spPr>
            <a:xfrm>
              <a:off x="7418100" y="1919375"/>
              <a:ext cx="514500" cy="5145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434" name="Google Shape;434;p59"/>
            <p:cNvSpPr/>
            <p:nvPr/>
          </p:nvSpPr>
          <p:spPr>
            <a:xfrm>
              <a:off x="74629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35" name="Google Shape;435;p59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Take</a:t>
            </a:r>
            <a:endParaRPr/>
          </a:p>
        </p:txBody>
      </p:sp>
      <p:sp>
        <p:nvSpPr>
          <p:cNvPr id="436" name="Google Shape;436;p59"/>
          <p:cNvSpPr txBox="1">
            <a:spLocks noGrp="1"/>
          </p:cNvSpPr>
          <p:nvPr>
            <p:ph type="subTitle" idx="1"/>
          </p:nvPr>
        </p:nvSpPr>
        <p:spPr>
          <a:xfrm>
            <a:off x="421311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Parts and Features</a:t>
            </a:r>
            <a:endParaRPr/>
          </a:p>
        </p:txBody>
      </p:sp>
      <p:sp>
        <p:nvSpPr>
          <p:cNvPr id="437" name="Google Shape;437;p59"/>
          <p:cNvSpPr txBox="1">
            <a:spLocks noGrp="1"/>
          </p:cNvSpPr>
          <p:nvPr>
            <p:ph type="subTitle" idx="2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Creation</a:t>
            </a:r>
            <a:endParaRPr/>
          </a:p>
        </p:txBody>
      </p:sp>
      <p:sp>
        <p:nvSpPr>
          <p:cNvPr id="438" name="Google Shape;438;p59"/>
          <p:cNvSpPr txBox="1">
            <a:spLocks noGrp="1"/>
          </p:cNvSpPr>
          <p:nvPr>
            <p:ph type="subTitle" idx="3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Prototyping</a:t>
            </a:r>
            <a:endParaRPr/>
          </a:p>
        </p:txBody>
      </p:sp>
      <p:sp>
        <p:nvSpPr>
          <p:cNvPr id="439" name="Google Shape;439;p59"/>
          <p:cNvSpPr txBox="1">
            <a:spLocks noGrp="1"/>
          </p:cNvSpPr>
          <p:nvPr>
            <p:ph type="subTitle" idx="4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circuit Testing</a:t>
            </a:r>
            <a:endParaRPr/>
          </a:p>
        </p:txBody>
      </p:sp>
      <p:sp>
        <p:nvSpPr>
          <p:cNvPr id="440" name="Google Shape;440;p59"/>
          <p:cNvSpPr txBox="1">
            <a:spLocks noGrp="1"/>
          </p:cNvSpPr>
          <p:nvPr>
            <p:ph type="subTitle" idx="5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Assembly</a:t>
            </a:r>
            <a:endParaRPr/>
          </a:p>
        </p:txBody>
      </p:sp>
      <p:sp>
        <p:nvSpPr>
          <p:cNvPr id="441" name="Google Shape;441;p59"/>
          <p:cNvSpPr txBox="1">
            <a:spLocks noGrp="1"/>
          </p:cNvSpPr>
          <p:nvPr>
            <p:ph type="body" idx="6"/>
          </p:nvPr>
        </p:nvSpPr>
        <p:spPr>
          <a:xfrm>
            <a:off x="421311" y="3433000"/>
            <a:ext cx="1337400" cy="11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of features that can be implemented within the deadline and buying the modules necessary for implementation.</a:t>
            </a:r>
            <a:endParaRPr/>
          </a:p>
        </p:txBody>
      </p:sp>
      <p:sp>
        <p:nvSpPr>
          <p:cNvPr id="442" name="Google Shape;442;p59"/>
          <p:cNvSpPr txBox="1">
            <a:spLocks noGrp="1"/>
          </p:cNvSpPr>
          <p:nvPr>
            <p:ph type="body" idx="7"/>
          </p:nvPr>
        </p:nvSpPr>
        <p:spPr>
          <a:xfrm>
            <a:off x="2167325" y="3433000"/>
            <a:ext cx="13374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Specifically writing code for testing each module individually before the parts arrive.</a:t>
            </a:r>
            <a:endParaRPr/>
          </a:p>
        </p:txBody>
      </p:sp>
      <p:sp>
        <p:nvSpPr>
          <p:cNvPr id="443" name="Google Shape;443;p59"/>
          <p:cNvSpPr txBox="1">
            <a:spLocks noGrp="1"/>
          </p:cNvSpPr>
          <p:nvPr>
            <p:ph type="body" idx="8"/>
          </p:nvPr>
        </p:nvSpPr>
        <p:spPr>
          <a:xfrm>
            <a:off x="3903300" y="3433000"/>
            <a:ext cx="13374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and updating the code when testing each module individually till they all worked with satisfying results.</a:t>
            </a:r>
            <a:endParaRPr/>
          </a:p>
        </p:txBody>
      </p:sp>
      <p:sp>
        <p:nvSpPr>
          <p:cNvPr id="444" name="Google Shape;444;p59"/>
          <p:cNvSpPr txBox="1">
            <a:spLocks noGrp="1"/>
          </p:cNvSpPr>
          <p:nvPr>
            <p:ph type="body" idx="9"/>
          </p:nvPr>
        </p:nvSpPr>
        <p:spPr>
          <a:xfrm>
            <a:off x="5648625" y="3433000"/>
            <a:ext cx="13374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completion of individual testing, merging all code into one big sketch, and the final round of testing with a couple of updates to flow, features and design.</a:t>
            </a:r>
            <a:endParaRPr/>
          </a:p>
        </p:txBody>
      </p:sp>
      <p:sp>
        <p:nvSpPr>
          <p:cNvPr id="445" name="Google Shape;445;p59"/>
          <p:cNvSpPr txBox="1">
            <a:spLocks noGrp="1"/>
          </p:cNvSpPr>
          <p:nvPr>
            <p:ph type="body" idx="13"/>
          </p:nvPr>
        </p:nvSpPr>
        <p:spPr>
          <a:xfrm>
            <a:off x="7385291" y="3433000"/>
            <a:ext cx="13374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Soldering them onto a PCB, or a prototyping board for the final watch face.</a:t>
            </a:r>
            <a:endParaRPr/>
          </a:p>
        </p:txBody>
      </p:sp>
      <p:sp>
        <p:nvSpPr>
          <p:cNvPr id="446" name="Google Shape;446;p59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0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Watch Face</a:t>
            </a:r>
            <a:endParaRPr/>
          </a:p>
        </p:txBody>
      </p:sp>
      <p:sp>
        <p:nvSpPr>
          <p:cNvPr id="452" name="Google Shape;452;p60"/>
          <p:cNvSpPr txBox="1">
            <a:spLocks noGrp="1"/>
          </p:cNvSpPr>
          <p:nvPr>
            <p:ph type="title" idx="2"/>
          </p:nvPr>
        </p:nvSpPr>
        <p:spPr>
          <a:xfrm>
            <a:off x="277500" y="3422553"/>
            <a:ext cx="2820600" cy="1437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Plainly to display the relevant info from the sensor to the user. Different watch provides information on different features, e.g., Clock,    Heart Rate and Step Counter. On a button click, a menu will be dropped down for other functions (currently incomplete). Module used was ST7789</a:t>
            </a:r>
            <a:endParaRPr/>
          </a:p>
        </p:txBody>
      </p:sp>
      <p:sp>
        <p:nvSpPr>
          <p:cNvPr id="453" name="Google Shape;453;p60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454" name="Google Shape;454;p60" title="WhatsApp Image 2026-05-08 at 12.46.32 PM (1).jpeg"/>
          <p:cNvPicPr preferRelativeResize="0"/>
          <p:nvPr/>
        </p:nvPicPr>
        <p:blipFill rotWithShape="1">
          <a:blip r:embed="rId3">
            <a:alphaModFix/>
          </a:blip>
          <a:srcRect t="22081" b="22087"/>
          <a:stretch/>
        </p:blipFill>
        <p:spPr>
          <a:xfrm>
            <a:off x="4071200" y="406925"/>
            <a:ext cx="2180999" cy="216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0" title="WhatsApp Image 2026-05-08 at 12.46.32 PM (2).jpeg"/>
          <p:cNvPicPr preferRelativeResize="0"/>
          <p:nvPr/>
        </p:nvPicPr>
        <p:blipFill rotWithShape="1">
          <a:blip r:embed="rId4">
            <a:alphaModFix/>
          </a:blip>
          <a:srcRect t="22081" b="22087"/>
          <a:stretch/>
        </p:blipFill>
        <p:spPr>
          <a:xfrm>
            <a:off x="6685500" y="406925"/>
            <a:ext cx="2180999" cy="216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0" title="WhatsApp Image 2026-05-08 at 12.46.32 PM.jpeg"/>
          <p:cNvPicPr preferRelativeResize="0"/>
          <p:nvPr/>
        </p:nvPicPr>
        <p:blipFill rotWithShape="1">
          <a:blip r:embed="rId5">
            <a:alphaModFix/>
          </a:blip>
          <a:srcRect t="22081" b="22087"/>
          <a:stretch/>
        </p:blipFill>
        <p:spPr>
          <a:xfrm>
            <a:off x="4071200" y="2777075"/>
            <a:ext cx="2180999" cy="216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60" title="WhatsApp Image 2026-05-08 at 12.46.33 PM.jpeg"/>
          <p:cNvPicPr preferRelativeResize="0"/>
          <p:nvPr/>
        </p:nvPicPr>
        <p:blipFill rotWithShape="1">
          <a:blip r:embed="rId6">
            <a:alphaModFix/>
          </a:blip>
          <a:srcRect t="22081" b="22087"/>
          <a:stretch/>
        </p:blipFill>
        <p:spPr>
          <a:xfrm>
            <a:off x="6685500" y="2777075"/>
            <a:ext cx="2180999" cy="216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"/>
          <p:cNvSpPr/>
          <p:nvPr/>
        </p:nvSpPr>
        <p:spPr>
          <a:xfrm>
            <a:off x="4549825" y="738900"/>
            <a:ext cx="2820600" cy="3665700"/>
          </a:xfrm>
          <a:prstGeom prst="roundRect">
            <a:avLst>
              <a:gd name="adj" fmla="val 867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63" name="Google Shape;463;p61" title="WhatsApp Image 2026-05-08 at 1.02.54 AM.jpe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6263" b="16256"/>
          <a:stretch/>
        </p:blipFill>
        <p:spPr>
          <a:xfrm>
            <a:off x="7480825" y="734600"/>
            <a:ext cx="1383900" cy="1660200"/>
          </a:xfrm>
          <a:prstGeom prst="roundRect">
            <a:avLst>
              <a:gd name="adj" fmla="val 16667"/>
            </a:avLst>
          </a:prstGeom>
        </p:spPr>
      </p:pic>
      <p:pic>
        <p:nvPicPr>
          <p:cNvPr id="464" name="Google Shape;464;p61" title="WhatsApp Image 2026-05-08 at 1.02.56 AM.jpe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11809" b="11809"/>
          <a:stretch/>
        </p:blipFill>
        <p:spPr>
          <a:xfrm>
            <a:off x="7480825" y="2521175"/>
            <a:ext cx="1383900" cy="1879200"/>
          </a:xfrm>
          <a:prstGeom prst="roundRect">
            <a:avLst>
              <a:gd name="adj" fmla="val 16667"/>
            </a:avLst>
          </a:prstGeom>
        </p:spPr>
      </p:pic>
      <p:pic>
        <p:nvPicPr>
          <p:cNvPr id="465" name="Google Shape;465;p61" title="WhatsApp Image 2026-05-08 at 1.02.54 AM-2.jpeg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t="12709" b="12709"/>
          <a:stretch/>
        </p:blipFill>
        <p:spPr>
          <a:xfrm>
            <a:off x="4665550" y="850900"/>
            <a:ext cx="2589300" cy="3433200"/>
          </a:xfrm>
          <a:prstGeom prst="roundRect">
            <a:avLst>
              <a:gd name="adj" fmla="val 16667"/>
            </a:avLst>
          </a:prstGeom>
        </p:spPr>
      </p:pic>
      <p:sp>
        <p:nvSpPr>
          <p:cNvPr id="466" name="Google Shape;466;p61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Heart Rate Detection</a:t>
            </a:r>
            <a:endParaRPr/>
          </a:p>
        </p:txBody>
      </p:sp>
      <p:sp>
        <p:nvSpPr>
          <p:cNvPr id="467" name="Google Shape;467;p61"/>
          <p:cNvSpPr txBox="1">
            <a:spLocks noGrp="1"/>
          </p:cNvSpPr>
          <p:nvPr>
            <p:ph type="title" idx="5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Utilizing the MAX30102 and a hope to get semi accurate readings (I’m not THAT stressed). The red light is to be covered by our finger/wrist, and the code has undergone multiple iterations to get the closest values.</a:t>
            </a:r>
            <a:endParaRPr/>
          </a:p>
        </p:txBody>
      </p:sp>
      <p:cxnSp>
        <p:nvCxnSpPr>
          <p:cNvPr id="468" name="Google Shape;468;p61"/>
          <p:cNvCxnSpPr/>
          <p:nvPr/>
        </p:nvCxnSpPr>
        <p:spPr>
          <a:xfrm flipH="1">
            <a:off x="3069625" y="3261575"/>
            <a:ext cx="1480200" cy="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69" name="Google Shape;469;p61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62" title="WhatsApp Image 2026-05-08 at 12.46.32 PM.jpe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2703" b="12703"/>
          <a:stretch/>
        </p:blipFill>
        <p:spPr>
          <a:xfrm>
            <a:off x="6220309" y="696000"/>
            <a:ext cx="2532900" cy="3358800"/>
          </a:xfrm>
          <a:prstGeom prst="roundRect">
            <a:avLst>
              <a:gd name="adj" fmla="val 16667"/>
            </a:avLst>
          </a:prstGeom>
        </p:spPr>
      </p:pic>
      <p:sp>
        <p:nvSpPr>
          <p:cNvPr id="475" name="Google Shape;475;p62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Counter</a:t>
            </a:r>
            <a:endParaRPr/>
          </a:p>
        </p:txBody>
      </p:sp>
      <p:sp>
        <p:nvSpPr>
          <p:cNvPr id="476" name="Google Shape;476;p62"/>
          <p:cNvSpPr txBox="1">
            <a:spLocks noGrp="1"/>
          </p:cNvSpPr>
          <p:nvPr>
            <p:ph type="title" idx="3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MPU6500 accelerometer is used to check for oscillating and quick hand movements that are similar to a person walking. Each complete oscillation is considered 2 steps and is added to the day’s total steps taken</a:t>
            </a:r>
            <a:endParaRPr/>
          </a:p>
        </p:txBody>
      </p:sp>
      <p:sp>
        <p:nvSpPr>
          <p:cNvPr id="477" name="Google Shape;477;p62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63"/>
          <p:cNvPicPr preferRelativeResize="0"/>
          <p:nvPr/>
        </p:nvPicPr>
        <p:blipFill rotWithShape="1">
          <a:blip r:embed="rId3">
            <a:alphaModFix amt="10000"/>
          </a:blip>
          <a:srcRect l="3714" t="20941" r="77644" b="13596"/>
          <a:stretch/>
        </p:blipFill>
        <p:spPr>
          <a:xfrm>
            <a:off x="2026600" y="1591825"/>
            <a:ext cx="1618800" cy="3039600"/>
          </a:xfrm>
          <a:prstGeom prst="roundRect">
            <a:avLst>
              <a:gd name="adj" fmla="val 10347"/>
            </a:avLst>
          </a:prstGeom>
          <a:noFill/>
          <a:ln>
            <a:noFill/>
          </a:ln>
        </p:spPr>
      </p:pic>
      <p:pic>
        <p:nvPicPr>
          <p:cNvPr id="483" name="Google Shape;483;p63"/>
          <p:cNvPicPr preferRelativeResize="0"/>
          <p:nvPr/>
        </p:nvPicPr>
        <p:blipFill rotWithShape="1">
          <a:blip r:embed="rId3">
            <a:alphaModFix amt="10000"/>
          </a:blip>
          <a:srcRect l="3714" t="20941" r="77644" b="13596"/>
          <a:stretch/>
        </p:blipFill>
        <p:spPr>
          <a:xfrm>
            <a:off x="3767250" y="1591825"/>
            <a:ext cx="1618800" cy="3039600"/>
          </a:xfrm>
          <a:prstGeom prst="roundRect">
            <a:avLst>
              <a:gd name="adj" fmla="val 10347"/>
            </a:avLst>
          </a:prstGeom>
          <a:noFill/>
          <a:ln>
            <a:noFill/>
          </a:ln>
        </p:spPr>
      </p:pic>
      <p:pic>
        <p:nvPicPr>
          <p:cNvPr id="484" name="Google Shape;484;p63"/>
          <p:cNvPicPr preferRelativeResize="0"/>
          <p:nvPr/>
        </p:nvPicPr>
        <p:blipFill rotWithShape="1">
          <a:blip r:embed="rId3">
            <a:alphaModFix amt="10000"/>
          </a:blip>
          <a:srcRect l="3714" t="20941" r="77644" b="13596"/>
          <a:stretch/>
        </p:blipFill>
        <p:spPr>
          <a:xfrm>
            <a:off x="5507900" y="1591825"/>
            <a:ext cx="1618800" cy="3039600"/>
          </a:xfrm>
          <a:prstGeom prst="roundRect">
            <a:avLst>
              <a:gd name="adj" fmla="val 10347"/>
            </a:avLst>
          </a:prstGeom>
          <a:noFill/>
          <a:ln>
            <a:noFill/>
          </a:ln>
        </p:spPr>
      </p:pic>
      <p:pic>
        <p:nvPicPr>
          <p:cNvPr id="485" name="Google Shape;485;p63"/>
          <p:cNvPicPr preferRelativeResize="0"/>
          <p:nvPr/>
        </p:nvPicPr>
        <p:blipFill rotWithShape="1">
          <a:blip r:embed="rId3">
            <a:alphaModFix amt="10000"/>
          </a:blip>
          <a:srcRect l="3714" t="20941" r="77644" b="13596"/>
          <a:stretch/>
        </p:blipFill>
        <p:spPr>
          <a:xfrm>
            <a:off x="7248550" y="1591825"/>
            <a:ext cx="1618800" cy="3039600"/>
          </a:xfrm>
          <a:prstGeom prst="roundRect">
            <a:avLst>
              <a:gd name="adj" fmla="val 10347"/>
            </a:avLst>
          </a:prstGeom>
          <a:noFill/>
          <a:ln>
            <a:noFill/>
          </a:ln>
        </p:spPr>
      </p:pic>
      <p:sp>
        <p:nvSpPr>
          <p:cNvPr id="486" name="Google Shape;486;p63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their Working Status</a:t>
            </a:r>
            <a:endParaRPr/>
          </a:p>
        </p:txBody>
      </p:sp>
      <p:sp>
        <p:nvSpPr>
          <p:cNvPr id="487" name="Google Shape;487;p63"/>
          <p:cNvSpPr/>
          <p:nvPr/>
        </p:nvSpPr>
        <p:spPr>
          <a:xfrm>
            <a:off x="2196125" y="1995575"/>
            <a:ext cx="514500" cy="514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8" name="Google Shape;488;p63"/>
          <p:cNvSpPr/>
          <p:nvPr/>
        </p:nvSpPr>
        <p:spPr>
          <a:xfrm>
            <a:off x="3936775" y="1995575"/>
            <a:ext cx="514500" cy="514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9" name="Google Shape;489;p63"/>
          <p:cNvSpPr/>
          <p:nvPr/>
        </p:nvSpPr>
        <p:spPr>
          <a:xfrm>
            <a:off x="5677425" y="1995575"/>
            <a:ext cx="514500" cy="514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0" name="Google Shape;490;p63"/>
          <p:cNvSpPr/>
          <p:nvPr/>
        </p:nvSpPr>
        <p:spPr>
          <a:xfrm>
            <a:off x="7418075" y="1995575"/>
            <a:ext cx="514500" cy="514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1" name="Google Shape;491;p63"/>
          <p:cNvSpPr/>
          <p:nvPr/>
        </p:nvSpPr>
        <p:spPr>
          <a:xfrm>
            <a:off x="224098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2" name="Google Shape;492;p63"/>
          <p:cNvSpPr/>
          <p:nvPr/>
        </p:nvSpPr>
        <p:spPr>
          <a:xfrm>
            <a:off x="398163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3" name="Google Shape;493;p63"/>
          <p:cNvSpPr/>
          <p:nvPr/>
        </p:nvSpPr>
        <p:spPr>
          <a:xfrm>
            <a:off x="572228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4" name="Google Shape;494;p63"/>
          <p:cNvSpPr/>
          <p:nvPr/>
        </p:nvSpPr>
        <p:spPr>
          <a:xfrm>
            <a:off x="7462934" y="2040434"/>
            <a:ext cx="424800" cy="42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5" name="Google Shape;495;p63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496" name="Google Shape;496;p63"/>
          <p:cNvSpPr txBox="1">
            <a:spLocks noGrp="1"/>
          </p:cNvSpPr>
          <p:nvPr>
            <p:ph type="body" idx="3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different watch faces for showing clock, heart rate and step counter. Also a menu that is activated by a button press</a:t>
            </a:r>
            <a:endParaRPr/>
          </a:p>
        </p:txBody>
      </p:sp>
      <p:sp>
        <p:nvSpPr>
          <p:cNvPr id="497" name="Google Shape;497;p63"/>
          <p:cNvSpPr txBox="1">
            <a:spLocks noGrp="1"/>
          </p:cNvSpPr>
          <p:nvPr>
            <p:ph type="body" idx="4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Though inaccurate, it is able to detect a pulse as well as spO2 levels</a:t>
            </a:r>
            <a:endParaRPr/>
          </a:p>
        </p:txBody>
      </p:sp>
      <p:sp>
        <p:nvSpPr>
          <p:cNvPr id="498" name="Google Shape;498;p63"/>
          <p:cNvSpPr txBox="1">
            <a:spLocks noGrp="1"/>
          </p:cNvSpPr>
          <p:nvPr>
            <p:ph type="body" idx="5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 if the accelerometer speed crosses a threshold and confirms that as a step. </a:t>
            </a:r>
            <a:endParaRPr/>
          </a:p>
        </p:txBody>
      </p:sp>
      <p:sp>
        <p:nvSpPr>
          <p:cNvPr id="499" name="Google Shape;499;p63"/>
          <p:cNvSpPr txBox="1">
            <a:spLocks noGrp="1"/>
          </p:cNvSpPr>
          <p:nvPr>
            <p:ph type="body" idx="6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Incomplete due to time constraints.</a:t>
            </a:r>
            <a:endParaRPr/>
          </a:p>
        </p:txBody>
      </p:sp>
      <p:sp>
        <p:nvSpPr>
          <p:cNvPr id="500" name="Google Shape;500;p63"/>
          <p:cNvSpPr txBox="1">
            <a:spLocks noGrp="1"/>
          </p:cNvSpPr>
          <p:nvPr>
            <p:ph type="subTitle" idx="7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Watch Face</a:t>
            </a:r>
            <a:endParaRPr/>
          </a:p>
        </p:txBody>
      </p:sp>
      <p:sp>
        <p:nvSpPr>
          <p:cNvPr id="501" name="Google Shape;501;p63"/>
          <p:cNvSpPr txBox="1">
            <a:spLocks noGrp="1"/>
          </p:cNvSpPr>
          <p:nvPr>
            <p:ph type="subTitle" idx="8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Heart Rate</a:t>
            </a:r>
            <a:endParaRPr/>
          </a:p>
        </p:txBody>
      </p:sp>
      <p:sp>
        <p:nvSpPr>
          <p:cNvPr id="502" name="Google Shape;502;p63"/>
          <p:cNvSpPr txBox="1">
            <a:spLocks noGrp="1"/>
          </p:cNvSpPr>
          <p:nvPr>
            <p:ph type="subTitle" idx="9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Counter</a:t>
            </a:r>
            <a:endParaRPr/>
          </a:p>
        </p:txBody>
      </p:sp>
      <p:sp>
        <p:nvSpPr>
          <p:cNvPr id="503" name="Google Shape;503;p63"/>
          <p:cNvSpPr txBox="1">
            <a:spLocks noGrp="1"/>
          </p:cNvSpPr>
          <p:nvPr>
            <p:ph type="subTitle" idx="13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Sleep Tracker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4"/>
          <p:cNvSpPr txBox="1">
            <a:spLocks noGrp="1"/>
          </p:cNvSpPr>
          <p:nvPr>
            <p:ph type="subTitle" idx="3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Mobile connectivity using bluetooth and app for handling persistent storage.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AI integration by either mobile app chat feature or basic prompts in watch face menu.</a:t>
            </a:r>
            <a:endParaRPr/>
          </a:p>
        </p:txBody>
      </p:sp>
      <p:sp>
        <p:nvSpPr>
          <p:cNvPr id="509" name="Google Shape;509;p64"/>
          <p:cNvSpPr txBox="1">
            <a:spLocks noGrp="1"/>
          </p:cNvSpPr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V2(?)</a:t>
            </a:r>
            <a:endParaRPr/>
          </a:p>
        </p:txBody>
      </p:sp>
      <p:sp>
        <p:nvSpPr>
          <p:cNvPr id="510" name="Google Shape;510;p64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 txBox="1">
            <a:spLocks noGrp="1"/>
          </p:cNvSpPr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516" name="Google Shape;516;p65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Office PowerPoint</Application>
  <PresentationFormat>On-screen Show (16:9)</PresentationFormat>
  <Paragraphs>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Arimo Medium</vt:lpstr>
      <vt:lpstr>Arial</vt:lpstr>
      <vt:lpstr>Azeret Mono</vt:lpstr>
      <vt:lpstr>Arimo</vt:lpstr>
      <vt:lpstr>Arimo SemiBold</vt:lpstr>
      <vt:lpstr>Simple Light</vt:lpstr>
      <vt:lpstr>Product demo | Human focus</vt:lpstr>
      <vt:lpstr>Mini Project: Smartwatch</vt:lpstr>
      <vt:lpstr>Aim: To use the lessons and skills learnt in class to assemble a smartwatch, and gain some experience in building small and cool things</vt:lpstr>
      <vt:lpstr>Materials Used</vt:lpstr>
      <vt:lpstr>Steps Take</vt:lpstr>
      <vt:lpstr>Watch Face</vt:lpstr>
      <vt:lpstr>Heart Rate Detection</vt:lpstr>
      <vt:lpstr>Step Counter</vt:lpstr>
      <vt:lpstr>Features and their Working Status</vt:lpstr>
      <vt:lpstr>Potential V2(?)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Adithya Adhii</cp:lastModifiedBy>
  <cp:revision>1</cp:revision>
  <dcterms:modified xsi:type="dcterms:W3CDTF">2026-05-19T16:08:18Z</dcterms:modified>
</cp:coreProperties>
</file>